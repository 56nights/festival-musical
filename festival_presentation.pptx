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S8 –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Musical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gestion de festival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" y="411480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SCIA 2027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411480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≤ 6 étudiants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411480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compétences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11480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10 min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28800" y="4800600"/>
            <a:ext cx="54864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tous les étudiants SCIA – S8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4114800" cy="3383280"/>
          </a:xfrm>
          <a:prstGeom prst="roundRect">
            <a:avLst>
              <a:gd name="adj" fmla="val 4054"/>
            </a:avLst>
          </a:prstGeom>
          <a:solidFill>
            <a:srgbClr val="0F3460"/>
          </a:solidFill>
          <a:ln w="12700">
            <a:solidFill>
              <a:srgbClr val="1B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un système intelligent d'aide à la gestion d'un festival musical.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environnement simulé, exploiter des données représentant :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Scènes du festival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logistiques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disponibles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206240" cy="3383280"/>
          </a:xfrm>
          <a:prstGeom prst="roundRect">
            <a:avLst>
              <a:gd name="adj" fmla="val 4054"/>
            </a:avLst>
          </a:prstGeom>
          <a:solidFill>
            <a:srgbClr val="0F3460"/>
          </a:solidFill>
          <a:ln w="12700">
            <a:solidFill>
              <a:srgbClr val="1B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Problématiques à résoudre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00600" y="155448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B408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Prévision de l'affluence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00600" y="228600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B408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Détection de situations anormales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301752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B408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3063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Allocation des ressources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00600" y="3749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B408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Évaluation de scénarios d'organisation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: construire une solution cohérente, justifiée et fonctionnelle illustrant l'apport des méthodes du semestre.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&amp; ÉVALUATION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Groupes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plus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étudiants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groupe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Rendu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remis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veille de la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soutenance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914400"/>
            <a:ext cx="2651760" cy="1828800"/>
          </a:xfrm>
          <a:prstGeom prst="roundRect">
            <a:avLst>
              <a:gd name="adj" fmla="val 7500"/>
            </a:avLst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Soutenance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minutes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questions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8503920" cy="1005840"/>
          </a:xfrm>
          <a:prstGeom prst="roundRect">
            <a:avLst>
              <a:gd name="adj" fmla="val 10909"/>
            </a:avLst>
          </a:prstGeom>
          <a:solidFill>
            <a:srgbClr val="E94560">
              <a:alpha val="1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Attention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AU MOINS le niveau ACQUIS sur chacune des 6 compétences. Le niveau est attribué au groupe. Les compétences non acquises devront être repassées ultérieurement.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8503920" cy="777240"/>
          </a:xfrm>
          <a:prstGeom prst="roundRect">
            <a:avLst>
              <a:gd name="adj" fmla="val 14118"/>
            </a:avLst>
          </a:prstGeom>
          <a:solidFill>
            <a:srgbClr val="0F34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Méthode conseillée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Consultez la grille tous les 2 ou 3 jours maximum — elle vous servira de guide pour acquérir vos compétences (pensez à ERO-1 !).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6 COMPÉTENCES À ACQUÉRIR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024128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Produire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la solution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024128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🗃️  Gérer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du festival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102412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 Concevoir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1928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&amp; choisir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1928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60604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" y="2715768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2697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 Agir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8328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collectif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" y="36118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60604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0128" y="2715768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94760" y="2697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Formaliser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10128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les résultats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10128" y="36118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2606040"/>
            <a:ext cx="2743200" cy="150876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271576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2697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 Piloter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81928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le projet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81928" y="36118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ACQUIS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Compétence 1 — Produire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solution intelligente de gestion du festival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composant fonctionnel. Le programme ne s'exécute pas ou ne produit aucun résultat exploitable.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fonctionnalités implémentées mais incomplètes, peu intégrées ou instables.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répond aux objectifs : collecte, simulation, analyse, prédiction ou optimisation fonctionnent correctement.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robuste, complète et bien intégrée. Les modules interagissent efficacement et apportent une réelle valeur ajoutée.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🗃️  Compétence 2 — Gérer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Collecter, organiser et exploiter les données du festival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absentes, mal structurées ou non exploitables.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utilisées mais avec une organisation limitée ou un traitement majoritairement manuel.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correctement collectées, préparées, stockées et exploitées par les différents modules.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flux de données sont automatisés, fiables et performants, facilitant l'analyse et la décision.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 Compétence 3 — Concevoir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les problématiques et choisir des solutions adaptées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besoins ne sont pas identifiés et aucune architecture cohérente n'est proposée.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est envisagée mais certains choix techniques restent peu justifiés ou inadaptés.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modèles, algorithmes et méthodes retenus sont adaptés aux objectifs et correctement justifiés.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rigoureuse. Analyse, prédiction, optimisation et simulation sont combinées de manière cohérente.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🤝  Compétence 4 — Agir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efficacement au travail collectif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très faible au projet et aux échanges de l'équipe.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ponctuelle mais limitée. Les contributions restent irrégulières ou incomplètes.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 au développement, aux réunions et aux décisions. Les engagements sont respectés.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joue un rôle moteur dans l'organisation, favorise la coopération et aide à résoudre les difficultés.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Compétence 5 — Formaliser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clairement la démarche et les résultats obtenus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soutenance insuffisants ou incomplets. Les travaux sont difficilement compréhensibles.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 est décrite mais certaines explications ou justifications manquent.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et la soutenance présentent clairement les objectifs, méthodes, résultats et limites du système.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rigoureuses, choix techniques expliqués avec précision. Communication professionnelle et convaincante.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 Compétence 6 — Piloter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et suivre efficacement le projet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Début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organisation ni suivi du projet.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Ça marche un peu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planification existe mais est peu suivie ou difficilement exploitable.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27AE60">
              <a:alpha val="90000"/>
            </a:srgbClr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ACQUIS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correctement organisé : tâches réparties, avancement suivi, délais globalement respectés.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OBJECTIF MINIMUM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0F3460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24128"/>
            <a:ext cx="1874520" cy="411480"/>
          </a:xfrm>
          <a:prstGeom prst="roundRect">
            <a:avLst>
              <a:gd name="adj" fmla="val 1777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024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Dépasse les attentes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508760"/>
            <a:ext cx="1874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anticipe les risques, adapte son organisation et maintient un suivi rigoureux tout au long du projet.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 &amp;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 w="12700">
            <a:solidFill>
              <a:srgbClr val="1B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compétences — niveau ACQUIS minimum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1 — Produire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2 — Gérer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51460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32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3 — Concevoir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4 — Agir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5204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38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5 — Formaliser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041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6 — Piloter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0F3460"/>
          </a:solidFill>
          <a:ln w="12700">
            <a:solidFill>
              <a:srgbClr val="1B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ne pas oublier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50876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Remettre le rapport la veille de la soutenance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Soutenance ≤ 10 minutes + réponses aux questions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51460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42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ACQUIS obligatoire sur les 6 compétences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01752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044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Consulter la grille toutes les 2-3 jours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52044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Projet plus élaboré si groupe de 6 étudiants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4023360"/>
            <a:ext cx="4023360" cy="429768"/>
          </a:xfrm>
          <a:prstGeom prst="roundRect">
            <a:avLst>
              <a:gd name="adj" fmla="val 17021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0507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Le niveau est attribué au groupe entier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chance à tous ! 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Festival Musical Intelligent</dc:title>
  <dc:subject>PptxGenJS Presentation</dc:subject>
  <dc:creator>PptxGenJS</dc:creator>
  <cp:lastModifiedBy>PptxGenJS</cp:lastModifiedBy>
  <cp:revision>1</cp:revision>
  <dcterms:created xsi:type="dcterms:W3CDTF">2026-06-24T20:25:26Z</dcterms:created>
  <dcterms:modified xsi:type="dcterms:W3CDTF">2026-06-24T20:25:26Z</dcterms:modified>
</cp:coreProperties>
</file>